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094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annotations: base position p and attitude Psi, linear velocity v and angular velocity omega, the hip and knee joint angles phi with their arcs, joint torque tau, foot contact, the world frame, and the top-view oscillator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666750"/>
            <a:ext cx="47580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2A8A8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CONFIGURATION &amp; VARIABLES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28750" y="990600"/>
            <a:ext cx="995378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6191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Laikago quadruped as a floating base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2381250" y="2000250"/>
            <a:ext cx="13406438" cy="5429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00563" y="3238500"/>
            <a:ext cx="2166938" cy="17859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3813">
            <a:solidFill>
              <a:srgbClr val="D5D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18409" y="3262313"/>
            <a:ext cx="23312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94" b="1" kern="0" spc="48" dirty="0">
                <a:solidFill>
                  <a:srgbClr val="6A707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TOP VIEW</a:t>
            </a:r>
            <a:endParaRPr lang="en-US" sz="1594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4375" y="3548063"/>
            <a:ext cx="2143125" cy="142875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1250" y="2000250"/>
            <a:ext cx="13335000" cy="53578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</Words>
  <Application>Microsoft Office PowerPoint</Application>
  <PresentationFormat>Aangepast</PresentationFormat>
  <Paragraphs>5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Newsreader</vt:lpstr>
      <vt:lpstr>Verdana</vt:lpstr>
      <vt:lpstr>Office Theme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Kouw, Wouter</cp:lastModifiedBy>
  <cp:revision>2</cp:revision>
  <dcterms:created xsi:type="dcterms:W3CDTF">2026-07-17T07:30:31Z</dcterms:created>
  <dcterms:modified xsi:type="dcterms:W3CDTF">2026-07-17T07:35:42Z</dcterms:modified>
</cp:coreProperties>
</file>